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3" r:id="rId3"/>
    <p:sldId id="260" r:id="rId4"/>
    <p:sldId id="271" r:id="rId5"/>
    <p:sldId id="261" r:id="rId6"/>
    <p:sldId id="262" r:id="rId7"/>
    <p:sldId id="272" r:id="rId8"/>
    <p:sldId id="273" r:id="rId9"/>
    <p:sldId id="274" r:id="rId10"/>
    <p:sldId id="275" r:id="rId11"/>
    <p:sldId id="276" r:id="rId12"/>
    <p:sldId id="277" r:id="rId13"/>
  </p:sldIdLst>
  <p:sldSz cx="18288000" cy="10287000"/>
  <p:notesSz cx="6858000" cy="9144000"/>
  <p:embeddedFontLst>
    <p:embeddedFont>
      <p:font typeface="Red Hat Display" panose="02010303040201060303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dca8816e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ddca8816e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04025" y="1495650"/>
            <a:ext cx="11783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Reverse Engineering Basics</a:t>
            </a:r>
            <a:endParaRPr sz="171"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304036" y="5609632"/>
            <a:ext cx="64785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CTF Training Series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200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Josh Brunty</a:t>
            </a:r>
            <a:endParaRPr sz="171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Is RE?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Reverse engineering is working out what a compiled program does without its source code — you start from machine code and reason backward to the logic. Static analysis examines the binary without running it (file, strings, objdump, Ghidra); dynamic analysis runs it under observation, like a debugger.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Always start static, and always inside a VM. The habit matters: in the real world, the binary you're handed could be malware.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From Source to Binary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Compiling turns readable source into CPU instructions — and throws away everything that made it readable. RE walks that backward, but you don't get the source returned.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 comments and no original variable names survive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Stripped binaries drop function names too — Ghidra invents param_1, local_28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 the logic, not the labels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kept name like xor_decode is a breadcrumb — follow 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Three Phases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 the cheapest tool that answers your question; escalate only when you need more. This escalation is the whole RE workflow.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Recon — file and strings: what is this, what's in plain sight?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Disassemble — objdump: find the key function and its constants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Decompile — Ghidra: turn assembly into readable pseudocode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file binary — type, architecture, stripped or not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strings binary — printable text baked in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strings | grep for flag, password, function names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Run these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Function names that aren't standard library calls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Banners, prompts, and error messages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missing: no readable flag means it's encoded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Look for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Phase 1 — Recon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objdump -d binary — disassemble every function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objdump -s -j .rodata binary — dump read-only data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On ARM Kali: x86_64-linux-gnu-objdump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Run these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main — the program's entry logic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call to a non-library function (no @plt)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constant loaded just before that call — often a key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 these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Phase 2 — Disassembly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Import the binary, accept defaults, Analyze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Symbol Tree → Functions → open main and the decoder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 the Decompiler panel's C-like pseudocode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Steps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Generic names (param_1, local_28) are normal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 the ^ operator — the byte it XORs with is the key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Ghidra fixes byte order; cross-check your objdump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Reading it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Phase 3 — Ghidra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Obfuscation: XOR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most common hidden-flag trick in beginner RE is the XOR from the Crypto session — now living inside a binary.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flag is stored XOR-encoded, so strings shows nothing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small routine decodes it at runtime with a key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key is right there in the binary, near the decode call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Recover bytes + key, XOR them — XOR is its own inverse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RE Workflow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Same shape as every session — the target changes, the loop doesn't.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Recon — note what's present and what's suspiciously absent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Disassemble — find the function and constants near its call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Decompile — read the logic, identify the scheme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Recover — decode, submit the CTF{...}, note the breadcrumb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Hands-On: The Vault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Linux binary guards a flag behind a password it checks internally. Work the phases in order; the challenge README has gated hints. The binary is in your handout.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Recon — why isn't the flag in strings? Spot the odd function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Disassemble — find the constant loaded before that function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Decompile — open it in Ghidra; confirm the scheme and key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Recover — XOR the bytes with the key; submit the flag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Run an unknown binary outside a VM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Quit when strings shows no flag — that's the clue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Try to read all of objdump at once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Don't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 main, the odd call, and the constant before it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 Ghidra's logic; rename variables as you go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Reverse little-endian bytes carefully, or let Ghidra do it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Common Pitfalls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Before the Next Session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Recap: start static and in a VM; escalate file and strings to objdump to Ghidra; a kept function name is a breadcrumb, and XOR-with-a-nearby-key is the classic beginner trick.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Homework: work the Reverse Engineering track on picoCTF, try a few beginner binaries on crackmes.one, and re-open the Vault in Ghidra to rename variables as you identify them. Next session — Digital Forensics: recovering hidden and deleted data from files, disks, and metadata.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781</Words>
  <Application>Microsoft Macintosh PowerPoint</Application>
  <PresentationFormat>Custom</PresentationFormat>
  <Paragraphs>77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Red Hat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Brunty, Josh</cp:lastModifiedBy>
  <cp:revision>2</cp:revision>
  <dcterms:modified xsi:type="dcterms:W3CDTF">2026-06-30T11:00:19Z</dcterms:modified>
</cp:coreProperties>
</file>