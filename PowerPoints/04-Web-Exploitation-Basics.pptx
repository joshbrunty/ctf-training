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63" r:id="rId3"/>
    <p:sldId id="260" r:id="rId4"/>
    <p:sldId id="261" r:id="rId5"/>
    <p:sldId id="271" r:id="rId6"/>
    <p:sldId id="262" r:id="rId7"/>
    <p:sldId id="272" r:id="rId8"/>
    <p:sldId id="273" r:id="rId9"/>
    <p:sldId id="274" r:id="rId10"/>
    <p:sldId id="275" r:id="rId11"/>
    <p:sldId id="276" r:id="rId12"/>
    <p:sldId id="277" r:id="rId13"/>
  </p:sldIdLst>
  <p:sldSz cx="18288000" cy="10287000"/>
  <p:notesSz cx="6858000" cy="9144000"/>
  <p:embeddedFontLst>
    <p:embeddedFont>
      <p:font typeface="Red Hat Display" panose="02010303040201060303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80" d="100"/>
          <a:sy n="80" d="100"/>
        </p:scale>
        <p:origin x="824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ty, Josh" userId="7992ed44-f1d9-4699-9cbe-15aa119e22eb" providerId="ADAL" clId="{2F75515C-F4F9-5900-9184-FE57F26EEB0C}"/>
    <pc:docChg chg="modSld">
      <pc:chgData name="Brunty, Josh" userId="7992ed44-f1d9-4699-9cbe-15aa119e22eb" providerId="ADAL" clId="{2F75515C-F4F9-5900-9184-FE57F26EEB0C}" dt="2026-07-01T19:54:27.481" v="28" actId="1076"/>
      <pc:docMkLst>
        <pc:docMk/>
      </pc:docMkLst>
      <pc:sldChg chg="modSp mod">
        <pc:chgData name="Brunty, Josh" userId="7992ed44-f1d9-4699-9cbe-15aa119e22eb" providerId="ADAL" clId="{2F75515C-F4F9-5900-9184-FE57F26EEB0C}" dt="2026-07-01T19:43:50.783" v="26" actId="20577"/>
        <pc:sldMkLst>
          <pc:docMk/>
          <pc:sldMk cId="0" sldId="256"/>
        </pc:sldMkLst>
        <pc:spChg chg="mod">
          <ac:chgData name="Brunty, Josh" userId="7992ed44-f1d9-4699-9cbe-15aa119e22eb" providerId="ADAL" clId="{2F75515C-F4F9-5900-9184-FE57F26EEB0C}" dt="2026-07-01T19:43:50.783" v="26" actId="20577"/>
          <ac:spMkLst>
            <pc:docMk/>
            <pc:sldMk cId="0" sldId="256"/>
            <ac:spMk id="85" creationId="{00000000-0000-0000-0000-000000000000}"/>
          </ac:spMkLst>
        </pc:spChg>
      </pc:sldChg>
      <pc:sldChg chg="modSp mod">
        <pc:chgData name="Brunty, Josh" userId="7992ed44-f1d9-4699-9cbe-15aa119e22eb" providerId="ADAL" clId="{2F75515C-F4F9-5900-9184-FE57F26EEB0C}" dt="2026-07-01T19:54:27.481" v="28" actId="1076"/>
        <pc:sldMkLst>
          <pc:docMk/>
          <pc:sldMk cId="0" sldId="273"/>
        </pc:sldMkLst>
        <pc:spChg chg="mod">
          <ac:chgData name="Brunty, Josh" userId="7992ed44-f1d9-4699-9cbe-15aa119e22eb" providerId="ADAL" clId="{2F75515C-F4F9-5900-9184-FE57F26EEB0C}" dt="2026-07-01T19:54:27.481" v="28" actId="1076"/>
          <ac:spMkLst>
            <pc:docMk/>
            <pc:sldMk cId="0" sldId="273"/>
            <ac:spMk id="109" creationId="{00000000-0000-0000-0000-000000000000}"/>
          </ac:spMkLst>
        </pc:spChg>
      </pc:sldChg>
      <pc:sldChg chg="modSp mod">
        <pc:chgData name="Brunty, Josh" userId="7992ed44-f1d9-4699-9cbe-15aa119e22eb" providerId="ADAL" clId="{2F75515C-F4F9-5900-9184-FE57F26EEB0C}" dt="2026-07-01T19:54:22.891" v="27" actId="1076"/>
        <pc:sldMkLst>
          <pc:docMk/>
          <pc:sldMk cId="0" sldId="274"/>
        </pc:sldMkLst>
        <pc:spChg chg="mod">
          <ac:chgData name="Brunty, Josh" userId="7992ed44-f1d9-4699-9cbe-15aa119e22eb" providerId="ADAL" clId="{2F75515C-F4F9-5900-9184-FE57F26EEB0C}" dt="2026-07-01T19:54:22.891" v="27" actId="1076"/>
          <ac:spMkLst>
            <pc:docMk/>
            <pc:sldMk cId="0" sldId="274"/>
            <ac:spMk id="10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dca8816e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g3ddca8816e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304025" y="1495650"/>
            <a:ext cx="11783700" cy="3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Web Exploitation Basics</a:t>
            </a:r>
            <a:endParaRPr sz="171" b="1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1304036" y="5609632"/>
            <a:ext cx="6478500" cy="199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 dirty="0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CTF Training Series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4200" dirty="0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 dirty="0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Dr. Josh Brunty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71" dirty="0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" dirty="0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Dr. </a:t>
            </a:r>
            <a:endParaRPr lang="en-US" sz="4200" dirty="0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/>
        </p:nvSpPr>
        <p:spPr>
          <a:xfrm>
            <a:off x="1349076" y="1351225"/>
            <a:ext cx="13492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How the Web Works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1333500" y="2519038"/>
            <a:ext cx="13291800" cy="52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Every web action is a request and a response. Your browser sends an HTTP request — a method (GET to fetch, POST to send data), a URL, headers, and sometimes a body — and the server answers with a status code (200 OK, 302 redirect, 404 not found) and content.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Three things carry data you can see and change: URL parameters, headers (including the cookies that track your session), and the request body. That's the key insight for today — it all travels through your browser, so it's all yours to inspect and tamper with.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1349076" y="1351225"/>
            <a:ext cx="13966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Never Trust the Client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333500" y="2769488"/>
            <a:ext cx="13291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Almost every web vulnerability traces back to one mistake: the server trusting data it should have checked. Anything from the browser is attacker-controlled.</a:t>
            </a:r>
            <a:endParaRPr sz="30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1333500" y="5485600"/>
            <a:ext cx="11928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URL parameters, form fields, cookies, headers — all editable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“Hidden” fields and disabled buttons are not security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Client-side validation is a convenience, not a control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Your job: find where the server trusts input it shouldn't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Browser DevTools — inspect elements, network, cookies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Burp Suite — intercept, modify, and replay requests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curl — craft any request by hand from the terminal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See &amp; tamper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9403442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gobuster / ffuf — brute-force hidden pages and directories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sqlmap — automated SQL injection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Burp Repeater — tweak one request over and over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Find &amp; automate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Your Toolkit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Page source and HTML comments (View Source)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robots.txt, sitemap.xml, /backup, an exposed /.git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Response headers, cookies, and hidden form fields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Where flags hide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9403442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View source and DevTools before anything fancy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Map every page, parameter, and input first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gobuster / ffuf to discover unlinked pages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How to look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Start with Recon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Your input lands inside a database query, unescaped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Auth bypass: a crafted input makes the login always true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UNION and error-based tricks dump data out of the database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 it is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9403442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Probe an input with a single quote; watch for errors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sqlmap automates detection and extraction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Defense: parameterized queries (prepared statements)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Try it / stop it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SQL Injection</a:t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Reflected — your input bounces back into the page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Stored — your payload is saved and hits every visitor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DOM — client-side JavaScript builds the page unsafely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flavors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9403442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Run JavaScript in a victim's session — steal cookies, act as them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First probe: a tiny script that pops an alert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Defense: output-encode everything; a strong CSP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Impact &amp; defense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Cross-Site Scripting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1349076" y="1351225"/>
            <a:ext cx="13966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Broken Auth &amp; IDOR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333500" y="2769488"/>
            <a:ext cx="13291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Once you're past the front door, the question is: can you be someone you shouldn't? Weak sessions and trusted IDs make that easy.</a:t>
            </a:r>
            <a:endParaRPr sz="30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1157036" y="4162037"/>
            <a:ext cx="11928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IDOR — change an id in the URL to read someone else's data</a:t>
            </a: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Predictable or tampered cookies and session tokens</a:t>
            </a: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JWTs are signed, not secret — anyone can read the payload</a:t>
            </a: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Missing access checks — admin URLs reachable by anyone</a:t>
            </a: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1349076" y="1351225"/>
            <a:ext cx="13966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Web Solve Workflow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333500" y="2769488"/>
            <a:ext cx="13291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Same loop as always — the targets change, the method doesn't.</a:t>
            </a:r>
            <a:endParaRPr sz="30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1205163" y="3849305"/>
            <a:ext cx="11928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Map the app — every page, parameter, cookie, and input</a:t>
            </a: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Find where your input reaches the server</a:t>
            </a: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Probe for a bug class — SQLi, XSS, IDOR, disclosure</a:t>
            </a: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Exploit it, recover the flag, and note what worked</a:t>
            </a: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1349076" y="1351225"/>
            <a:ext cx="13966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Hands-On: Break the Web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333500" y="2769488"/>
            <a:ext cx="13291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Four challenges — the artifacts and lab links are in your handout. Two you can solve right here; two run on a free live practice site.</a:t>
            </a:r>
            <a:endParaRPr sz="30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1333500" y="5485600"/>
            <a:ext cx="11928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Recon — the flag is hiding in the page source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Token — read what's inside a JSON Web Token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SQL injection — bypass a login on the practice lab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XSS — pop an alert on the reflected-input lab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An id or filename in the URL → try IDOR / traversal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Your input echoed back on the page → try XSS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login, search, or filter box → try SQL injection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If you see...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9403442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long base64 string with two dots → a JWT to read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An error mentioning SQL → an injectable input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Comments, robots.txt, and headers → free recon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...also check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Recognize the Bug Class</a:t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/>
        </p:nvSpPr>
        <p:spPr>
          <a:xfrm>
            <a:off x="1349076" y="1351225"/>
            <a:ext cx="13492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Before the Next Session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1333500" y="2519038"/>
            <a:ext cx="13291800" cy="52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Recap: only ever test targets you're authorized to. Never trust the client, start with recon, and recognize the big bug classes — SQL injection, XSS, IDOR, and broken auth — by their tells.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Homework: work the SQL injection and XSS tracks on the PortSwigger Web Security Academy (free), or the Web category on picoCTF. Next session — Networking &amp; Packet Analysis: reading the wire with Wireshark and tcpdump.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822</Words>
  <Application>Microsoft Macintosh PowerPoint</Application>
  <PresentationFormat>Custom</PresentationFormat>
  <Paragraphs>83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Red Hat Display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Brunty, Josh</cp:lastModifiedBy>
  <cp:revision>1</cp:revision>
  <dcterms:modified xsi:type="dcterms:W3CDTF">2026-07-01T19:54:32Z</dcterms:modified>
</cp:coreProperties>
</file>