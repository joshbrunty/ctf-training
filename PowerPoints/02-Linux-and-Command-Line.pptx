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3" r:id="rId3"/>
    <p:sldId id="260" r:id="rId4"/>
    <p:sldId id="261" r:id="rId5"/>
    <p:sldId id="262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8288000" cy="10287000"/>
  <p:notesSz cx="6858000" cy="9144000"/>
  <p:embeddedFontLst>
    <p:embeddedFont>
      <p:font typeface="Red Hat Display" panose="02010303040201060303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BED20-5320-034C-A110-1B2CC5505850}" v="2" dt="2026-06-27T17:06:41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ty, Josh" userId="7992ed44-f1d9-4699-9cbe-15aa119e22eb" providerId="ADAL" clId="{2F75515C-F4F9-5900-9184-FE57F26EEB0C}"/>
    <pc:docChg chg="custSel modSld">
      <pc:chgData name="Brunty, Josh" userId="7992ed44-f1d9-4699-9cbe-15aa119e22eb" providerId="ADAL" clId="{2F75515C-F4F9-5900-9184-FE57F26EEB0C}" dt="2026-06-27T17:25:58.285" v="262" actId="20577"/>
      <pc:docMkLst>
        <pc:docMk/>
      </pc:docMkLst>
      <pc:sldChg chg="addSp modSp mod">
        <pc:chgData name="Brunty, Josh" userId="7992ed44-f1d9-4699-9cbe-15aa119e22eb" providerId="ADAL" clId="{2F75515C-F4F9-5900-9184-FE57F26EEB0C}" dt="2026-06-27T17:10:10.843" v="69" actId="14100"/>
        <pc:sldMkLst>
          <pc:docMk/>
          <pc:sldMk cId="0" sldId="256"/>
        </pc:sldMkLst>
        <pc:spChg chg="mod">
          <ac:chgData name="Brunty, Josh" userId="7992ed44-f1d9-4699-9cbe-15aa119e22eb" providerId="ADAL" clId="{2F75515C-F4F9-5900-9184-FE57F26EEB0C}" dt="2026-06-27T17:10:10.843" v="69" actId="14100"/>
          <ac:spMkLst>
            <pc:docMk/>
            <pc:sldMk cId="0" sldId="256"/>
            <ac:spMk id="84" creationId="{00000000-0000-0000-0000-000000000000}"/>
          </ac:spMkLst>
        </pc:spChg>
        <pc:spChg chg="mod">
          <ac:chgData name="Brunty, Josh" userId="7992ed44-f1d9-4699-9cbe-15aa119e22eb" providerId="ADAL" clId="{2F75515C-F4F9-5900-9184-FE57F26EEB0C}" dt="2026-06-27T17:10:01.300" v="67" actId="20577"/>
          <ac:spMkLst>
            <pc:docMk/>
            <pc:sldMk cId="0" sldId="256"/>
            <ac:spMk id="85" creationId="{00000000-0000-0000-0000-000000000000}"/>
          </ac:spMkLst>
        </pc:spChg>
        <pc:picChg chg="add mod">
          <ac:chgData name="Brunty, Josh" userId="7992ed44-f1d9-4699-9cbe-15aa119e22eb" providerId="ADAL" clId="{2F75515C-F4F9-5900-9184-FE57F26EEB0C}" dt="2026-06-27T17:10:04.705" v="68" actId="1076"/>
          <ac:picMkLst>
            <pc:docMk/>
            <pc:sldMk cId="0" sldId="256"/>
            <ac:picMk id="2" creationId="{124ACCF1-6AC4-42DE-B84C-59C6EE3231DD}"/>
          </ac:picMkLst>
        </pc:picChg>
      </pc:sldChg>
      <pc:sldChg chg="modSp mod">
        <pc:chgData name="Brunty, Josh" userId="7992ed44-f1d9-4699-9cbe-15aa119e22eb" providerId="ADAL" clId="{2F75515C-F4F9-5900-9184-FE57F26EEB0C}" dt="2026-06-27T17:25:58.285" v="262" actId="20577"/>
        <pc:sldMkLst>
          <pc:docMk/>
          <pc:sldMk cId="0" sldId="263"/>
        </pc:sldMkLst>
        <pc:spChg chg="mod">
          <ac:chgData name="Brunty, Josh" userId="7992ed44-f1d9-4699-9cbe-15aa119e22eb" providerId="ADAL" clId="{2F75515C-F4F9-5900-9184-FE57F26EEB0C}" dt="2026-06-27T17:25:58.285" v="262" actId="20577"/>
          <ac:spMkLst>
            <pc:docMk/>
            <pc:sldMk cId="0" sldId="263"/>
            <ac:spMk id="139" creationId="{00000000-0000-0000-0000-000000000000}"/>
          </ac:spMkLst>
        </pc:spChg>
      </pc:sldChg>
      <pc:sldChg chg="addSp modSp mod">
        <pc:chgData name="Brunty, Josh" userId="7992ed44-f1d9-4699-9cbe-15aa119e22eb" providerId="ADAL" clId="{2F75515C-F4F9-5900-9184-FE57F26EEB0C}" dt="2026-06-27T17:09:12.638" v="23" actId="1076"/>
        <pc:sldMkLst>
          <pc:docMk/>
          <pc:sldMk cId="0" sldId="278"/>
        </pc:sldMkLst>
        <pc:spChg chg="add mod">
          <ac:chgData name="Brunty, Josh" userId="7992ed44-f1d9-4699-9cbe-15aa119e22eb" providerId="ADAL" clId="{2F75515C-F4F9-5900-9184-FE57F26EEB0C}" dt="2026-06-27T17:09:12.638" v="23" actId="1076"/>
          <ac:spMkLst>
            <pc:docMk/>
            <pc:sldMk cId="0" sldId="278"/>
            <ac:spMk id="3" creationId="{21F7BC5F-59AA-2112-C61B-B6060C34CDDF}"/>
          </ac:spMkLst>
        </pc:spChg>
        <pc:spChg chg="mod">
          <ac:chgData name="Brunty, Josh" userId="7992ed44-f1d9-4699-9cbe-15aa119e22eb" providerId="ADAL" clId="{2F75515C-F4F9-5900-9184-FE57F26EEB0C}" dt="2026-06-27T17:09:09.338" v="22" actId="1076"/>
          <ac:spMkLst>
            <pc:docMk/>
            <pc:sldMk cId="0" sldId="278"/>
            <ac:spMk id="108" creationId="{00000000-0000-0000-0000-000000000000}"/>
          </ac:spMkLst>
        </pc:spChg>
      </pc:sldChg>
      <pc:sldChg chg="modSp mod">
        <pc:chgData name="Brunty, Josh" userId="7992ed44-f1d9-4699-9cbe-15aa119e22eb" providerId="ADAL" clId="{2F75515C-F4F9-5900-9184-FE57F26EEB0C}" dt="2026-06-27T17:09:25.234" v="49" actId="20577"/>
        <pc:sldMkLst>
          <pc:docMk/>
          <pc:sldMk cId="0" sldId="279"/>
        </pc:sldMkLst>
        <pc:spChg chg="mod">
          <ac:chgData name="Brunty, Josh" userId="7992ed44-f1d9-4699-9cbe-15aa119e22eb" providerId="ADAL" clId="{2F75515C-F4F9-5900-9184-FE57F26EEB0C}" dt="2026-06-27T17:09:25.234" v="49" actId="20577"/>
          <ac:spMkLst>
            <pc:docMk/>
            <pc:sldMk cId="0" sldId="279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4" y="1495650"/>
            <a:ext cx="151551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Linux &amp; the Command Line</a:t>
            </a:r>
            <a:endParaRPr sz="171" b="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  <a:endParaRPr sz="17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4ACCF1-6AC4-42DE-B84C-59C6EE323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541" y="3702779"/>
            <a:ext cx="4435025" cy="5257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Why Live in the Terminal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2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Almost every security tool runs on Linux, and the command line is where they live. It's faster than clicking, it scales to thousands of files at once, and — crucially — it's scriptable: anything you do by hand once, you can automate forever.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don't need to memorize hundreds of commands. A dozen core tools, combined with pipes, will carry you through most CTF challenges. Today is about those building blocks and the habit of chaining them together.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en-US" sz="3000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Also, think of the terminal (and even Windows PowerShell) commands as a way to ”document” or ”validate” how you got from Point A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Wingdings" pitchFamily="2" charset="2"/>
              </a:rPr>
              <a:t> Point B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Getting Oriented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Three commands answer where am I, what's here, and how do I move — the foundation everything else builds on.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pwd — print the working directory (where you are right now)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ls -la — list everything, including hidden dotfiles and permissions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cd path — move around; cd .. goes up, cd ~ is home, cd - jumps back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Absolute paths start at / ; relative paths start from where you are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cat file — dump a whole file; tac reverses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less file — scroll big files; q quits, /text searches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head / tail — first or last lines; tail -f follows live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&amp; page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file thing — what kind of file is this, really?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strings binary — pull readable text out of non-text files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stat / wc — size, timestamps, line and byte counts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Inspect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Looking at Files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grep pattern file — show lines that match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grep -r pattern dir — search a whole directory tree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grep -RinE 'CTF\{.*\}' . — hunt a flag across every file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Search inside files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. -name '*.txt' — locate files by name or pattern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. -size +1M — by size, time, type, and more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which / locate — where a command or file lives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Search for files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Finding Things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Pipes &amp; Redirection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pipe — the | character — sends one command's output straight into the next. Small tools, chained into exactly the answer you need.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cmd1 | cmd2 — feed the output of cmd1 into cmd2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&gt; file overwrites, &gt;&gt; file appends, &lt; file reads from a file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2&gt; captures errors; 2&gt;&amp;1 merges errors into normal output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tee writes to a file and the screen at once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ls -l — the rwx columns show read, write, execute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chmod +x file — make a script or binary runnable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Owner, group, others — three sets of the same three bits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permissions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./program — run something in the current folder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sudo — run as administrator; use with care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Never run an unknown binary outside your VM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Run a program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Permissions &amp; Running Things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 — translate or delete characters (ROT, cleanup)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cut / rev — slice out columns; reverse a line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sort | uniq -c — count and dedupe; find the odd one out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Reshape text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base64 -d — decode Base64, now in a pipe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xxd / xxd -r -p — bytes to hex and back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sed &amp; awk — find-and-replace and field magic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Decode &amp; convert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CTF Text Toolkit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Putting It Together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Real solving is chaining. A file holds thousands of lines and one hides a flag? cat the file, pipe to grep for the pattern, and you're done in one line — no scrolling, no guessing.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mindset is the same solve workflow: recon what you've got, identify the shape of the problem, then build a pipeline a stage at a time — checking each stage's output before adding the next.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Hands-On: Terminal Drills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Open your Linux environment and work through these. The goal is fluency with the moves, not speed.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Navigate — list all hidden files, then cd into a directory and back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Inspect — run file then strings on any binary in /bin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Search — grep -Rin password /etc (read-only — just look)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Pipe — ls /usr/bin | sort | tail to show the last names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Flag in One Pipeline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Base64 string hides a flag in the form CTF{...}. Decode it with a single pipeline — no pasting into a website.</a:t>
            </a:r>
            <a:endParaRPr sz="3000" i="0" u="none" strike="noStrike" cap="none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string is in your handout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Hint: echo the string and pipe it into base64 -d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Submit the CTF{...} exactly as it comes out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Stretch: pull just the flag with grep -o 'CTF{.*}'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Wrap arguments with spaces in 'single quotes'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filename with spaces needs quotes or a backslash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Tab-complete names — it prevents typos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Quoting &amp; spaces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ls -a reveals dotfiles; flags love to hide there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Windows line endings break matches — strip with tr -d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Case matters: File and file are different things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Hidden &amp; weird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Common Gotchas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Practice: OverTheWire Bandit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203158" y="2453537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Bandit is the best free way to drill everything from today. Each level hands you the login for the next once you solve it.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Connect over SSH; each level teaches a new command or two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Levels 0–10 cover navigation, odd files, grep, sort, and pipes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Keep a notes file: the command that cracked each level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Stretch: push as far as you can before the next session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F7BC5F-59AA-2112-C61B-B6060C34CDDF}"/>
              </a:ext>
            </a:extLst>
          </p:cNvPr>
          <p:cNvSpPr txBox="1"/>
          <p:nvPr/>
        </p:nvSpPr>
        <p:spPr>
          <a:xfrm>
            <a:off x="4636168" y="4141922"/>
            <a:ext cx="7716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https://overthewire.org/wargames/bandit/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Next Session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you can move around the filesystem, read and inspect any file, search with grep and find, and chain tools with pipes — the core loop of nearly every CTF challenge from here on.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Challenge: See if you can clear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OverTheWire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Bandit levels 0–10 and keep your command notes. Next session — Cryptography Essentials: hashing, encoding, and breaking classic ciphers.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1066</Words>
  <Application>Microsoft Macintosh PowerPoint</Application>
  <PresentationFormat>Custom</PresentationFormat>
  <Paragraphs>94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Red Hat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1</cp:revision>
  <dcterms:modified xsi:type="dcterms:W3CDTF">2026-06-27T17:26:07Z</dcterms:modified>
</cp:coreProperties>
</file>