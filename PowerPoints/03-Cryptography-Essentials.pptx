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63" r:id="rId3"/>
    <p:sldId id="260" r:id="rId4"/>
    <p:sldId id="261" r:id="rId5"/>
    <p:sldId id="271" r:id="rId6"/>
    <p:sldId id="262" r:id="rId7"/>
    <p:sldId id="272" r:id="rId8"/>
    <p:sldId id="273" r:id="rId9"/>
    <p:sldId id="274" r:id="rId10"/>
    <p:sldId id="275" r:id="rId11"/>
    <p:sldId id="276" r:id="rId12"/>
    <p:sldId id="277" r:id="rId13"/>
  </p:sldIdLst>
  <p:sldSz cx="18288000" cy="10287000"/>
  <p:notesSz cx="6858000" cy="9144000"/>
  <p:embeddedFontLst>
    <p:embeddedFont>
      <p:font typeface="Red Hat Display" panose="02010303040201060303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80" d="100"/>
          <a:sy n="80" d="100"/>
        </p:scale>
        <p:origin x="824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ty, Josh" userId="7992ed44-f1d9-4699-9cbe-15aa119e22eb" providerId="ADAL" clId="{2F75515C-F4F9-5900-9184-FE57F26EEB0C}"/>
    <pc:docChg chg="modSld">
      <pc:chgData name="Brunty, Josh" userId="7992ed44-f1d9-4699-9cbe-15aa119e22eb" providerId="ADAL" clId="{2F75515C-F4F9-5900-9184-FE57F26EEB0C}" dt="2026-06-28T23:11:25.133" v="8" actId="1076"/>
      <pc:docMkLst>
        <pc:docMk/>
      </pc:docMkLst>
      <pc:sldChg chg="modSp mod">
        <pc:chgData name="Brunty, Josh" userId="7992ed44-f1d9-4699-9cbe-15aa119e22eb" providerId="ADAL" clId="{2F75515C-F4F9-5900-9184-FE57F26EEB0C}" dt="2026-06-28T23:11:25.133" v="8" actId="1076"/>
        <pc:sldMkLst>
          <pc:docMk/>
          <pc:sldMk cId="0" sldId="256"/>
        </pc:sldMkLst>
        <pc:picChg chg="mod">
          <ac:chgData name="Brunty, Josh" userId="7992ed44-f1d9-4699-9cbe-15aa119e22eb" providerId="ADAL" clId="{2F75515C-F4F9-5900-9184-FE57F26EEB0C}" dt="2026-06-28T23:11:25.133" v="8" actId="1076"/>
          <ac:picMkLst>
            <pc:docMk/>
            <pc:sldMk cId="0" sldId="256"/>
            <ac:picMk id="3" creationId="{573D9D59-AD87-9760-231E-251D7D31DAB4}"/>
          </ac:picMkLst>
        </pc:picChg>
      </pc:sldChg>
      <pc:sldChg chg="modSp mod">
        <pc:chgData name="Brunty, Josh" userId="7992ed44-f1d9-4699-9cbe-15aa119e22eb" providerId="ADAL" clId="{2F75515C-F4F9-5900-9184-FE57F26EEB0C}" dt="2026-06-28T23:11:11.156" v="5" actId="20577"/>
        <pc:sldMkLst>
          <pc:docMk/>
          <pc:sldMk cId="0" sldId="277"/>
        </pc:sldMkLst>
        <pc:spChg chg="mod">
          <ac:chgData name="Brunty, Josh" userId="7992ed44-f1d9-4699-9cbe-15aa119e22eb" providerId="ADAL" clId="{2F75515C-F4F9-5900-9184-FE57F26EEB0C}" dt="2026-06-28T23:11:11.156" v="5" actId="20577"/>
          <ac:spMkLst>
            <pc:docMk/>
            <pc:sldMk cId="0" sldId="277"/>
            <ac:spMk id="13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dca8816e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g3ddca8816e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304025" y="1495650"/>
            <a:ext cx="11783700" cy="3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Cryptography Essentials</a:t>
            </a:r>
            <a:endParaRPr sz="171" b="1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1304036" y="5609632"/>
            <a:ext cx="647850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 dirty="0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CTF Training Series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4200" dirty="0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dirty="0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Dr. Josh Brunty</a:t>
            </a:r>
            <a:endParaRPr sz="171" dirty="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3D9D59-AD87-9760-231E-251D7D31D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5286" y="2775284"/>
            <a:ext cx="7758678" cy="43637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/>
        </p:nvSpPr>
        <p:spPr>
          <a:xfrm>
            <a:off x="1349076" y="1351225"/>
            <a:ext cx="13492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 Crypto Means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1108910" y="2973690"/>
            <a:ext cx="8323847" cy="4339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CTF crypto is almost never about breaking modern encryption — that's math research, not a two-hour challenge. It rewards three things: recognizing the scheme, pointing the right tool at it, and finding the key.</a:t>
            </a: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key is usually given to you, hiding nearby, or small enough to brute-force. Your job is pattern recognition, not cryptanalysis.</a:t>
            </a: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E1418E-948F-1AB9-F932-3096B346D7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5865" y="2192901"/>
            <a:ext cx="6509429" cy="43396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1349076" y="1351225"/>
            <a:ext cx="13966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Three Different Things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333500" y="2769488"/>
            <a:ext cx="132918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Encoding, hashing, and encryption get mixed up constantly. Identify which one you're looking at before you reach for a tool.</a:t>
            </a:r>
            <a:endParaRPr sz="30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1333500" y="5485600"/>
            <a:ext cx="11928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Encoding — reversible, no key (Base64, hex, ROT13)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Hashing — one-way, no key; you crack it, you don't reverse it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Encryption — reversible only with the key (AES, XOR, Vigenère)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/>
        </p:nvSpPr>
        <p:spPr>
          <a:xfrm>
            <a:off x="1333500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Base64 — A–Z a–z 0–9 + /, '=' padding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Base32 — uppercase letters and digits 2–7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Hex — only 0–9 a–f, even length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1333500" y="2465350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Spot it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9403442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CyberChef: From Base64 / Base32 / Hex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Terminal: base64 -d, base32 -d, xxd -r -p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Layers are normal — decode, look, decode again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8945125" y="2465350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Reverse it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Encoding — No Key Needed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1349076" y="1351225"/>
            <a:ext cx="13966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One-Way Fingerprints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333500" y="2769488"/>
            <a:ext cx="132918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 can't reverse a hash — but you can guess inputs, hash them, and compare. That's cracking: fast guess-and-check.</a:t>
            </a:r>
            <a:endParaRPr sz="30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1333500" y="5485600"/>
            <a:ext cx="11928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Identify by length: 32 = MD5, 40 = SHA-1, 64 = SHA-256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Crack common ones with John or hashcat + the rockyou wordlist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Look up very common hashes on CrackStation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Salts block lookups — then you must crack, not look up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/>
        </p:nvSpPr>
        <p:spPr>
          <a:xfrm>
            <a:off x="1333500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Caesar / ROT-n — a fixed shift; only 25 to try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ROT13 is just shift 13; Atbash reverses the alphabet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Brute every shift until words appear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1333500" y="2465350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Shift &amp; reverse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9403442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Vigenère — a shifting Caesar driven by a keyword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Substitution — break it with letter-frequency analysis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dcode.fr auto-solves most of these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8945125" y="2465350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Keyword &amp; swap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Classic Ciphers</a:t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/>
        </p:nvSpPr>
        <p:spPr>
          <a:xfrm>
            <a:off x="1349076" y="1351225"/>
            <a:ext cx="13492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XOR — The CTF Workhorse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1333500" y="2519038"/>
            <a:ext cx="13291800" cy="52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XOR is reversible: data XOR key XOR key gives back the data. Single-byte XOR uses one byte over the whole message — just 256 possible keys, so brute-force them all and watch for CTF{.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Repeating-key XOR uses a short key on repeat: recover the key length, then solve each position like its own single-byte puzzle. In reverse-engineering challenges, the key is often sitting right in the disassembly.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1349076" y="1351225"/>
            <a:ext cx="13966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Crypto Workflow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333500" y="2769488"/>
            <a:ext cx="132918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Every challenge is the same loop — the scheme changes, the method doesn't.</a:t>
            </a:r>
            <a:endParaRPr sz="30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1333500" y="5485600"/>
            <a:ext cx="11928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Identify the scheme from its tells (charset, length, padding)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Find the key — given, hidden nearby, or brute-forceable?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Decode or crack with the right tool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Recover the flag and submit it exactly as CTF{...}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/>
        </p:nvSpPr>
        <p:spPr>
          <a:xfrm>
            <a:off x="1333500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CyberChef — stack operations into a recipe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CyberChef Magic — auto-detects encodings and layers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dcode.fr — classic-cipher identifiers and solvers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1333500" y="2465350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Point &amp; click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9403442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base64 -d, base32 -d, xxd -r -p, tr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hashid, then john or hashcat with rockyou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Python — five lines beats clicking for XOR brute force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8945125" y="2465350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Command line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Your Toolkit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/>
        </p:nvSpPr>
        <p:spPr>
          <a:xfrm>
            <a:off x="1349076" y="1351225"/>
            <a:ext cx="13966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Hands-On: Crack These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1333500" y="2769488"/>
            <a:ext cx="132918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Four challenges, four schemes — the strings are in your handout. Identify the scheme first; that's the whole game. Each recovers a CTF{...} flag (the hash recovers a word).</a:t>
            </a:r>
            <a:endParaRPr sz="30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1333500" y="5485600"/>
            <a:ext cx="11928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Encoding — uppercase letters and digits 2–7; which base?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Hash — 32 hex characters; identify it, then crack it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Classic cipher — the wrapper is shifted; try every rotation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XOR — a hex blob, single-byte key; brute all 256</a:t>
            </a:r>
            <a:endParaRPr sz="3000" i="0" u="none" strike="noStrike" cap="none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/>
        </p:nvSpPr>
        <p:spPr>
          <a:xfrm>
            <a:off x="1333500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A–Za–z0–9+/ with = padding → Base64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Uppercase + 2–7 → Base32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0–9a–f, even length → hex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1333500" y="2465350"/>
            <a:ext cx="6049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If you see...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9403442" y="3312650"/>
            <a:ext cx="64137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32 / 40 / 64 hex chars → MD5 / SHA-1 / SHA-256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All letters, English-looking → substitution / Vigenère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ed Hat Display"/>
              <a:buChar char="●"/>
            </a:pPr>
            <a:r>
              <a:rPr lang="en-US" sz="300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hex blob with a 'key' hint → XOR</a:t>
            </a:r>
            <a:endParaRPr sz="300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8945125" y="2465350"/>
            <a:ext cx="71439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i="0" u="none" strike="noStrike" cap="none">
                <a:solidFill>
                  <a:srgbClr val="B58225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...it's probably</a:t>
            </a:r>
            <a:endParaRPr sz="4200" i="0" u="none" strike="noStrike" cap="none">
              <a:solidFill>
                <a:srgbClr val="B58225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1349077" y="1351225"/>
            <a:ext cx="14483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Recognize It on Sight</a:t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/>
        </p:nvSpPr>
        <p:spPr>
          <a:xfrm>
            <a:off x="1349076" y="1351225"/>
            <a:ext cx="134925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41" b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Before the Next Session</a:t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1333500" y="2519038"/>
            <a:ext cx="13291800" cy="341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Recap: encoding, hashing, and encryption are three different things — identify which before you act. Recognition plus the right tool solves most challenges, and small keys are meant to be brute-forced.</a:t>
            </a: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Homework: practice the Cryptography track on CyLab/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picoCTF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or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CryptoHack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, and rebuild today's challenges as 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CyberChef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recipes. Next session — Web Exploitation: SQL injection, XSS, and broken auth.</a:t>
            </a:r>
            <a:endParaRPr sz="3000" i="0" u="none" strike="noStrike" cap="none" dirty="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091350"/>
            <a:ext cx="18288001" cy="1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781</Words>
  <Application>Microsoft Macintosh PowerPoint</Application>
  <PresentationFormat>Custom</PresentationFormat>
  <Paragraphs>75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Red Hat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Brunty, Josh</cp:lastModifiedBy>
  <cp:revision>2</cp:revision>
  <dcterms:modified xsi:type="dcterms:W3CDTF">2026-06-28T23:11:28Z</dcterms:modified>
</cp:coreProperties>
</file>