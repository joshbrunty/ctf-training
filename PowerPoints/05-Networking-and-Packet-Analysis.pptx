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3" r:id="rId3"/>
    <p:sldId id="261" r:id="rId4"/>
    <p:sldId id="262" r:id="rId5"/>
    <p:sldId id="273" r:id="rId6"/>
    <p:sldId id="272" r:id="rId7"/>
    <p:sldId id="260" r:id="rId8"/>
    <p:sldId id="275" r:id="rId9"/>
    <p:sldId id="276" r:id="rId10"/>
    <p:sldId id="277" r:id="rId11"/>
    <p:sldId id="274" r:id="rId12"/>
    <p:sldId id="271" r:id="rId13"/>
  </p:sldIdLst>
  <p:sldSz cx="18288000" cy="10287000"/>
  <p:notesSz cx="6858000" cy="9144000"/>
  <p:embeddedFontLst>
    <p:embeddedFont>
      <p:font typeface="Red Hat Display" panose="02010303040201060303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ty, Josh" userId="7992ed44-f1d9-4699-9cbe-15aa119e22eb" providerId="ADAL" clId="{2F75515C-F4F9-5900-9184-FE57F26EEB0C}"/>
    <pc:docChg chg="modSld">
      <pc:chgData name="Brunty, Josh" userId="7992ed44-f1d9-4699-9cbe-15aa119e22eb" providerId="ADAL" clId="{2F75515C-F4F9-5900-9184-FE57F26EEB0C}" dt="2026-07-01T17:38:07.870" v="16" actId="20577"/>
      <pc:docMkLst>
        <pc:docMk/>
      </pc:docMkLst>
      <pc:sldChg chg="modSp mod">
        <pc:chgData name="Brunty, Josh" userId="7992ed44-f1d9-4699-9cbe-15aa119e22eb" providerId="ADAL" clId="{2F75515C-F4F9-5900-9184-FE57F26EEB0C}" dt="2026-07-01T17:38:07.870" v="16" actId="20577"/>
        <pc:sldMkLst>
          <pc:docMk/>
          <pc:sldMk cId="0" sldId="256"/>
        </pc:sldMkLst>
        <pc:spChg chg="mod">
          <ac:chgData name="Brunty, Josh" userId="7992ed44-f1d9-4699-9cbe-15aa119e22eb" providerId="ADAL" clId="{2F75515C-F4F9-5900-9184-FE57F26EEB0C}" dt="2026-07-01T17:38:07.870" v="16" actId="20577"/>
          <ac:spMkLst>
            <pc:docMk/>
            <pc:sldMk cId="0" sldId="256"/>
            <ac:spMk id="8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dca8816e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3ddca8816e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304025" y="1495650"/>
            <a:ext cx="11783700" cy="3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Networking &amp; Packet Analysis</a:t>
            </a:r>
            <a:endParaRPr sz="171" b="1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304036" y="5609632"/>
            <a:ext cx="64785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 dirty="0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CTF Training Series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4200" dirty="0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dirty="0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Dr. Josh Brunty</a:t>
            </a:r>
            <a:endParaRPr sz="171" dirty="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1349076" y="1351225"/>
            <a:ext cx="13492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in a Capture?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1333500" y="2519038"/>
            <a:ext cx="132918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Every action on a network is carried by packets, and a capture — a .pcap file — is a recording of them. If the traffic wasn't encrypted, everything inside is readable: web requests, logins, file transfers, DNS lookups, commands.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 a CTF you're handed a capture and a flag is hidden in the traffic. The skill is knowing which protocol carries what, filtering down to the interesting packets, and reassembling a conversation back into something you can read.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IP — source and destination addresses (who's talking)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TCP / UDP — ports, identifying the service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Application — the actual data: HTTP, DNS, FTP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layers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three-way handshake: SYN → SYN-ACK → ACK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Then an ordered, reassemblable stream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UDP is fire-and-forget — DNS, some tunneling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How TCP starts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Networking Refresher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80 — HTTP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21 / 20 — FTP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23 — Telnet ; 53 — DNS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Cleartext (readable)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443 — HTTPS / TLS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22 — SSH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Secrets leak on the cleartext ports — check them first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Encrypted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Common Ports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tcpdump -i eth0 -w capture.pcap — save live traffic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tcpdump -r capture.pcap — read a saved file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-A shows ASCII payloads; -X adds hex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Capture &amp; read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tcp port 80 — only HTTP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host 10.10.10.5 — only one host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icmp — only ping traffic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BPF filters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Capturing with tcpdump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Display filters: http, dns, icmp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ip.addr == 10.10.10.5 , tcp.port == 21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Display filters use == ; BPF uses tcpdump syntax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Filter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Follow Stream — rebuild a whole conversation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Export Objects — pull transferred files out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Statistics — Protocol Hierarchy, Conversations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Reassemble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Wireshark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Reading a Conversation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Most flags come from reassembling traffic, not staring at single packets.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Credentials — an HTTP POST or FTP login sits in cleartext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Files — a download pulls back out with Export Objects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Commands — a Telnet session replays keystroke by keystroke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Follow the stream and read it like a transcript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Signs of Compromise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Analysts read captures to answer one question: what happened? Watch for the tells.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Cleartext secrets — passwords or tokens on port 80 / 21 / 23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Port scans — one host hitting many ports, few completed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Exfiltration — data stuffed into DNS subdomains or ICMP payloads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Beaconing — a host calling out on a regular interval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Analysis Workflow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Same loop as every session — cut the noise, then read what's left.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Open — skim Statistics to see which protocols are present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Filter — narrow to the interesting protocol or host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Follow — reassemble the stream into readable text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Extract &amp; decode — pull the file or creds, then recover the flag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Hands-On: Three Captures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Responders pulled three captures after a suspected intrusion. Each hides a flag — survey, filter, follow, extract. The files are in your handout.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creds.pcap — a cleartext login; follow the stream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download.pcap — a file crossed the wire; export it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icmp.pcap — someone's smuggling data inside ping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Solve each with Wireshark or tcpdump — try both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tcpdump — CLI capture and quick reads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Wireshark — GUI filters, follow, export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tshark — scriptable field extraction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Your toolkit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Display vs capture filter syntax differ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Don't stare at single packets — reassemble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Check the boring protocols; that's where data hides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Watch out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Toolkit &amp; Pitfalls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1349076" y="1351225"/>
            <a:ext cx="13492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Before the Next Session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1333500" y="2519038"/>
            <a:ext cx="132918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Recap: captures are readable evidence — if it isn't encrypted, it's in the clear. Filter to the signal, then follow the stream or export the object, and check the boring protocols like ICMP and DNS where data likes to hide.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Homework: work a few Wireshark sample captures and a malware-traffic-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analysis.net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exercise, capture your own traffic with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tcpdump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, and learn five display filters cold. Next session — Digital Forensics: the same investigative mindset, applied to files, disks, and metadata.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</Words>
  <Application>Microsoft Macintosh PowerPoint</Application>
  <PresentationFormat>Custom</PresentationFormat>
  <Paragraphs>81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Red Hat Display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Brunty, Josh</cp:lastModifiedBy>
  <cp:revision>1</cp:revision>
  <dcterms:modified xsi:type="dcterms:W3CDTF">2026-07-01T17:38:27Z</dcterms:modified>
</cp:coreProperties>
</file>