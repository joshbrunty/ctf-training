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63" r:id="rId3"/>
    <p:sldId id="260" r:id="rId4"/>
    <p:sldId id="261" r:id="rId5"/>
    <p:sldId id="262" r:id="rId6"/>
    <p:sldId id="271" r:id="rId7"/>
    <p:sldId id="272" r:id="rId8"/>
    <p:sldId id="273" r:id="rId9"/>
    <p:sldId id="274" r:id="rId10"/>
    <p:sldId id="275" r:id="rId11"/>
    <p:sldId id="276" r:id="rId12"/>
    <p:sldId id="277" r:id="rId13"/>
  </p:sldIdLst>
  <p:sldSz cx="18288000" cy="10287000"/>
  <p:notesSz cx="6858000" cy="9144000"/>
  <p:embeddedFontLst>
    <p:embeddedFont>
      <p:font typeface="Red Hat Display" panose="02010303040201060303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80" d="100"/>
          <a:sy n="80" d="100"/>
        </p:scale>
        <p:origin x="824" y="2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dca8816e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g3ddca8816e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304025" y="1495650"/>
            <a:ext cx="11783700" cy="36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 dirty="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Guided Practice &amp; Team Strategy</a:t>
            </a:r>
            <a:endParaRPr sz="171" b="1" dirty="0"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1304036" y="5609632"/>
            <a:ext cx="6478500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 dirty="0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CTF Training Series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4200" dirty="0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dirty="0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Dr. Josh Brunty</a:t>
            </a:r>
            <a:endParaRPr sz="171" dirty="0"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/>
        </p:nvSpPr>
        <p:spPr>
          <a:xfrm>
            <a:off x="1349076" y="1351225"/>
            <a:ext cx="134925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Solving vs. Competing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9" name="Google Shape;139;p20"/>
          <p:cNvSpPr txBox="1"/>
          <p:nvPr/>
        </p:nvSpPr>
        <p:spPr>
          <a:xfrm>
            <a:off x="1333500" y="2519038"/>
            <a:ext cx="13291800" cy="52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 can already solve crypto, web, forensics, and reverse-engineering challenges. Competing well is a different skill layered on top: prioritization (which challenge, in what order, with whom), coordination (a team that doesn't step on itself), and stamina (a CTF is a marathon).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The good news: these meta-skills are learnable, and they compound. Today is practice at competing, not just solving.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40" name="Google Shape;14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/>
        </p:nvSpPr>
        <p:spPr>
          <a:xfrm>
            <a:off x="1349076" y="1351225"/>
            <a:ext cx="139665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How CTFs Are Scored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1333500" y="2769488"/>
            <a:ext cx="13291800" cy="24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Most events are jeopardy-style: a board of challenges by category, each worth points. Submit a flag, get the points. Two details change your strategy.</a:t>
            </a:r>
            <a:endParaRPr sz="30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1333500" y="5485600"/>
            <a:ext cx="119286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Dynamic scoring — a challenge's value drops as more teams solve it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So solve the soon-to-decay easy ones early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Time tie-breaks — equal scores favor whoever got there first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First-blood bonuses reward sending specialists in fast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10" name="Google Shape;11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/>
        </p:nvSpPr>
        <p:spPr>
          <a:xfrm>
            <a:off x="1333500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Survey the whole board before you start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Grab cheap, fast flags early for momentum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Send each person at their strongest category first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1333500" y="2465350"/>
            <a:ext cx="6049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Triage smart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8" name="Google Shape;118;p18"/>
          <p:cNvSpPr txBox="1"/>
          <p:nvPr/>
        </p:nvSpPr>
        <p:spPr>
          <a:xfrm>
            <a:off x="9403442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Start top-left and grind straight down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Tunnel — 45 min stuck means note it and move on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Forget to re-survey as the board changes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8945125" y="2465350"/>
            <a:ext cx="7143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Don't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1349077" y="1351225"/>
            <a:ext cx="144837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Read the Board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21" name="Google Shape;12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/>
        </p:nvSpPr>
        <p:spPr>
          <a:xfrm>
            <a:off x="1333500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 lead per area: Crypto, Web, Forensics, Reverse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Specialists own their category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Add Pwn / OSINT as the team grows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1333500" y="2465350"/>
            <a:ext cx="6049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By category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9403442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Captain — watches the board, assigns, tracks time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Scribe — keeps the shared notes current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Floaters — strong generalists who jump in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8945125" y="2465350"/>
            <a:ext cx="7143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By function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1349077" y="1351225"/>
            <a:ext cx="144837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Team Roles</a:t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32" name="Google Shape;13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/>
        </p:nvSpPr>
        <p:spPr>
          <a:xfrm>
            <a:off x="1349076" y="1351225"/>
            <a:ext cx="139665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Pair Strong with New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1333500" y="2769488"/>
            <a:ext cx="13291800" cy="24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 mixed-experience team is a feature, not a problem — if you use it deliberately.</a:t>
            </a:r>
            <a:endParaRPr sz="30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1189121" y="4247138"/>
            <a:ext cx="119286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Pair newer members with a specialist; don't isolate them</a:t>
            </a:r>
            <a:endParaRPr sz="3000" i="0" u="none" strike="noStrike" cap="none" dirty="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Hand newer members the on-ramp flags — real points, real confidence</a:t>
            </a:r>
            <a:endParaRPr sz="3000" i="0" u="none" strike="noStrike" cap="none" dirty="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Explaining a solve out loud sharpens the specialist too</a:t>
            </a:r>
            <a:endParaRPr sz="3000" i="0" u="none" strike="noStrike" cap="none" dirty="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Rotate: this year's beginners are next year's leads</a:t>
            </a:r>
            <a:endParaRPr sz="3000" i="0" u="none" strike="noStrike" cap="none" dirty="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10" name="Google Shape;11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/>
        </p:nvSpPr>
        <p:spPr>
          <a:xfrm>
            <a:off x="1333500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One doc: challenge, owner, status, flag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Claim a challenge before you start it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Write down where you're stuck before walking away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1333500" y="2465350"/>
            <a:ext cx="6049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Shared notes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8" name="Google Shape;118;p18"/>
          <p:cNvSpPr txBox="1"/>
          <p:nvPr/>
        </p:nvSpPr>
        <p:spPr>
          <a:xfrm>
            <a:off x="9403442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Confirm the exact CTF{...} format before submitting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Submit the moment you have it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Paste it into the notes so nobody re-solves it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8945125" y="2465350"/>
            <a:ext cx="7143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Flag discipline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1349077" y="1351225"/>
            <a:ext cx="144837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Collaboration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21" name="Google Shape;12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/>
        </p:nvSpPr>
        <p:spPr>
          <a:xfrm>
            <a:off x="1349076" y="1351225"/>
            <a:ext cx="139665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Time &amp; Energy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1333500" y="2769488"/>
            <a:ext cx="13291800" cy="24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 CTF is hours — sometimes days. Endurance is strategy.</a:t>
            </a:r>
            <a:endParaRPr sz="30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1349076" y="3865348"/>
            <a:ext cx="119286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Timebox how long anyone sinks into one challenge</a:t>
            </a:r>
            <a:endParaRPr sz="3000" i="0" u="none" strike="noStrike" cap="none" dirty="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Take real breaks — tired solvers miss obvious things</a:t>
            </a:r>
            <a:endParaRPr sz="3000" i="0" u="none" strike="noStrike" cap="none" dirty="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Last hour: stop starting hard ones; consolidate and verify</a:t>
            </a:r>
            <a:endParaRPr sz="3000" i="0" u="none" strike="noStrike" cap="none" dirty="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Celebrate every flag — momentum keeps a team finding flags</a:t>
            </a:r>
            <a:endParaRPr sz="3000" i="0" u="none" strike="noStrike" cap="none" dirty="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10" name="Google Shape;11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/>
        </p:nvSpPr>
        <p:spPr>
          <a:xfrm>
            <a:off x="1333500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Everyone piles onto one shiny challenge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Lone-wolfing — nobody knows who's on what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No notes, so handoffs restart from zero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1333500" y="2465350"/>
            <a:ext cx="6049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Anti-pattern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9403442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Spread across categories; one or two per challenge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Claim challenges in the shared notes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 scribe, plus a 'where I'm stuck' line each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8945125" y="2465350"/>
            <a:ext cx="7143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The fix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1349077" y="1351225"/>
            <a:ext cx="144837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Failure Modes</a:t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32" name="Google Shape;13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/>
        </p:nvSpPr>
        <p:spPr>
          <a:xfrm>
            <a:off x="1349076" y="1351225"/>
            <a:ext cx="139665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The Capstone: Mock CTF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1333500" y="2769488"/>
            <a:ext cx="13291800" cy="24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 timed, scored run pulling challenges from every category you've trained. The dress rehearsal — treat it like the real thing.</a:t>
            </a:r>
            <a:endParaRPr sz="30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1333500" y="5485600"/>
            <a:ext cx="119286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Form teams with a deliberate mix of skill levels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Assign roles — captain, scribe, leads, floaters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Survey, triage, and divide the board before diving in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Keep shared notes; submit CTF{...} the moment you have it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10" name="Google Shape;11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/>
        </p:nvSpPr>
        <p:spPr>
          <a:xfrm>
            <a:off x="1333500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 scoreboard platform — most events run CTFd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One shared, live notes doc everyone edits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 voice or text channel for claims and solves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1333500" y="2465350"/>
            <a:ext cx="6049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Coordinate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8" name="Google Shape;118;p18"/>
          <p:cNvSpPr txBox="1"/>
          <p:nvPr/>
        </p:nvSpPr>
        <p:spPr>
          <a:xfrm>
            <a:off x="9403442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 simple table: challenge, owner, status, flag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Announce claims so nobody duplicates effort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Announce solves so the win is visible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8945125" y="2465350"/>
            <a:ext cx="7143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Track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1349077" y="1351225"/>
            <a:ext cx="144837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Team Toolkit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21" name="Google Shape;12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/>
        </p:nvSpPr>
        <p:spPr>
          <a:xfrm>
            <a:off x="1349076" y="1351225"/>
            <a:ext cx="134925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Before the Final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9" name="Google Shape;139;p20"/>
          <p:cNvSpPr txBox="1"/>
          <p:nvPr/>
        </p:nvSpPr>
        <p:spPr>
          <a:xfrm>
            <a:off x="1333500" y="2519038"/>
            <a:ext cx="13291800" cy="52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Recap: competing is prioritization, coordination, and stamina layered on solving. Triage the board, play to strengths, and don't tunnel — clear roles, shared notes, and flag discipline turn a crowd into a team.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Before game day: run a self-organized mini-practice on picoCTF with roles and shared notes, lock in who plays which role, and make sure everyone can grab the easy flags in every category. Next session — The Final CTF: the real thing.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40" name="Google Shape;14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706</Words>
  <Application>Microsoft Macintosh PowerPoint</Application>
  <PresentationFormat>Custom</PresentationFormat>
  <Paragraphs>81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Red Hat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Brunty, Josh</cp:lastModifiedBy>
  <cp:revision>2</cp:revision>
  <dcterms:modified xsi:type="dcterms:W3CDTF">2026-06-30T12:59:30Z</dcterms:modified>
</cp:coreProperties>
</file>